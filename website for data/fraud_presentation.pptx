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Card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Credit Card Fraud Detection Project</a:t>
            </a:r>
          </a:p>
          <a:p>
            <a:r>
              <a:t>This project identifies fraudulent transactions using machine learning.</a:t>
            </a:r>
          </a:p>
          <a:p>
            <a:r>
              <a:t>It includes dataset creation, preprocessing, model training, evaluation,</a:t>
            </a:r>
          </a:p>
          <a:p>
            <a:r>
              <a:t>and deployment readiness materials.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